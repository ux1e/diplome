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4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64299-DC44-4680-8E02-7C5C8E7C7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DCCBF4-3965-452C-8CEB-285F08DF40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98E61-9365-439D-80D6-F205E8859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14.06.2023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5E8558-F79D-423E-B29A-E25F4F08C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3C8026-0D89-44B6-AAFC-60E31941E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98968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4E015-F7AA-4551-9DFF-54DFF1CD7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7B4C0-5B11-4C85-AE8D-6ACF55E8A5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5EB32A-4D21-478F-A37B-3F55ABDAC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14.06.2023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9547A-2C49-4BAC-863B-21455916C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535B-C4FF-44F8-9047-521F68275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6112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F9145-9CBC-44B7-BCA0-F0679A3AB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3BB1CD-CDB9-499F-BF98-C31AE7A958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AE022-B27A-44F5-BF60-D8CC01979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14.06.2023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08703-1DD5-40A8-9F4A-496FF19E4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ADD5C-E0C8-49AF-9B45-DE36CDF6F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9322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A40E3-0D69-415A-B7D2-09E994A49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1AC99-3580-4BCE-BE5E-C56EF2EE05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679D4C-5250-4549-B532-DBB0902531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AB0877-1F2E-4CE5-9632-C89F66122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14.06.2023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B57352-4C05-4E26-BF46-33D6E758E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3DDB50-BE34-4546-B5EB-B86963FC6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5412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7465C-3316-47A1-9DD4-560D1D27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A72214-0E81-4EE0-9519-F57F3A9C40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3779C-F593-471B-9816-CFBC9CB45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552F1F-9142-4DFD-AB8F-FD4564744D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F912C0-68CD-414B-A8D4-BCBFAEC426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4FF35F-ED89-4CEA-ABC2-EFE32DAE4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14.06.2023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71D80B-C8F1-405D-B938-D04AAF414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588BA1-E249-4876-8DA1-5D402DDF9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200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627F0-4C92-47EC-A563-2945A33A4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6A72DB-78CB-4BAB-9E6F-D83A27F89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14.06.2023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A360D1-DBDE-4717-A3F0-35479EA62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CEE1DF-C4D0-47FD-8A30-DFB530AAE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49434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506EBF-0C12-469E-A813-9BEB9D553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14.06.2023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FE5FBE-7460-4101-947E-E75FA19B6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0959D-6550-4F58-809E-33B9CFC54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3706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80B22-A832-46AB-BD88-A8DAA7F50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665FB-17B4-4B64-826E-6483FE75EB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6C7E09-94B3-4CA1-B61F-A3DF2DDB3E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297A30-02F2-4B53-9716-117203180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14.06.2023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6142E2-66D3-40FA-B288-902A2C22A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B9385E-4468-412D-A64B-FE76C4BF1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4998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B92E7-CF90-45EA-B9E6-A32CE40E6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BC0F93-7F83-4178-BB1B-BE8F14464F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CCF7CD-1C91-4E5C-9432-6080635B63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60C151-D621-425F-970D-E106C7FAC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14.06.2023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78B4FB-8C56-4070-BC2B-0E90DA6F6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4A48AB-6EEF-4100-8DBB-2240129BE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4531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C9826-BC7E-4181-9C89-A612684D6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BCD23B-E5E9-4007-A73D-F28C54BFC1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9AFD9B-EC35-4D5A-B4AC-CFD6FDCC2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14.06.2023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8D6F35-E090-4206-9996-68B2273B4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DF700-5BB4-4263-BAC0-B5F594201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3250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C3137A-176A-44B4-8BCE-5E7EECAF03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53CCE4-6812-4442-9BF7-B5DD78B6B6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C776C-913A-46D5-9355-826062B5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14.06.2023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3FB478-CA43-4100-9BF5-B31137ABD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7A333F-5A6E-43BD-9EB1-0181BCF37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509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687D60-24EC-423C-A7B2-A934691B4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CAE4B8-775F-491F-AA80-E70E6C9EC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19A49F-7FB6-4124-BF32-492D589300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670E6B-6FFF-4C4E-911D-FC811DD883A8}" type="datetimeFigureOut">
              <a:rPr lang="ru-RU" smtClean="0"/>
              <a:t>14.06.2023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A49053-A3C3-430B-AE7F-6D0F3C18F1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77D9E-8AD3-47A2-80C6-E1F655E186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9062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36A6F-9295-4918-A01F-1B4DD0BFA7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sz="4400" dirty="0"/>
              <a:t>Разработка приложения для подготовки бухгалтерских форм отчётности</a:t>
            </a:r>
            <a:br>
              <a:rPr lang="en-US" sz="4400" dirty="0"/>
            </a:br>
            <a:r>
              <a:rPr lang="ru-RU" sz="4400" dirty="0"/>
              <a:t>ЯО ГПОУ РПК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17EE4A-1A7D-4E4B-877F-3F354BFFCE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Кузнецов Иван</a:t>
            </a:r>
          </a:p>
        </p:txBody>
      </p:sp>
    </p:spTree>
    <p:extLst>
      <p:ext uri="{BB962C8B-B14F-4D97-AF65-F5344CB8AC3E}">
        <p14:creationId xmlns:p14="http://schemas.microsoft.com/office/powerpoint/2010/main" val="3333611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44BF1-8634-497F-B24B-DD8C799BE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проекта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19E9-F099-4C1F-8EC1-AD9C6EAD3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2800" dirty="0"/>
              <a:t>Разработать макет и дизайн будущего приложения</a:t>
            </a:r>
          </a:p>
          <a:p>
            <a:r>
              <a:rPr lang="ru-RU" sz="2800" dirty="0"/>
              <a:t>Разработать базу данных и серверную часть приложения</a:t>
            </a:r>
          </a:p>
          <a:p>
            <a:r>
              <a:rPr lang="ru-RU" sz="2800" dirty="0"/>
              <a:t>Разработать клиентскую часть приложения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866276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25CAE-FABE-476C-A3A8-F5202519D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Внешний вид приложения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4D49263-1C1C-4751-8A0A-9B304483C940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6476" y="1858437"/>
            <a:ext cx="7619048" cy="4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779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288D6-02C3-41F5-BA49-B0E446883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Логическая модель данных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8D9001B-6590-4977-B802-9EC62F7813B8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70731" y="1825625"/>
            <a:ext cx="585053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243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2703C-D633-4885-B946-93D5EE18A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Модульная схема клиентской части приложения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B36F618-84E0-47E5-BFB1-3A0DF9715645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53674" y="1825625"/>
            <a:ext cx="688465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492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A6D5A-2D25-4F81-ADA3-C1EC83369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Достигнутые цели и задачи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13F00-8C34-4617-A9DC-0CBCAB3A3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2800" dirty="0"/>
              <a:t>Был разработан макет и дизайн приложения </a:t>
            </a:r>
          </a:p>
          <a:p>
            <a:r>
              <a:rPr lang="ru-RU" sz="2800" dirty="0"/>
              <a:t>Была разработана база данных и серверная часть приложения</a:t>
            </a:r>
          </a:p>
          <a:p>
            <a:r>
              <a:rPr lang="ru-RU" sz="2800"/>
              <a:t>Была разработана клиентская часть приложения</a:t>
            </a:r>
          </a:p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5219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66</Words>
  <Application>Microsoft Office PowerPoint</Application>
  <PresentationFormat>Widescreen</PresentationFormat>
  <Paragraphs>13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Разработка приложения для подготовки бухгалтерских форм отчётности ЯО ГПОУ РПК</vt:lpstr>
      <vt:lpstr>Цели проекта</vt:lpstr>
      <vt:lpstr>Внешний вид приложения</vt:lpstr>
      <vt:lpstr>Логическая модель данных </vt:lpstr>
      <vt:lpstr>Модульная схема клиентской части приложения</vt:lpstr>
      <vt:lpstr>Достигнутые цели и задачи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приложения для подготовки бухгалтерских форм отчётности</dc:title>
  <dc:creator>Иван Кузнецов</dc:creator>
  <cp:lastModifiedBy>Иван Кузнецов</cp:lastModifiedBy>
  <cp:revision>4</cp:revision>
  <dcterms:created xsi:type="dcterms:W3CDTF">2023-06-13T05:40:14Z</dcterms:created>
  <dcterms:modified xsi:type="dcterms:W3CDTF">2023-06-14T20:39:48Z</dcterms:modified>
</cp:coreProperties>
</file>