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670E6B-6FFF-4C4E-911D-FC811DD883A8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E56EF5C-F2FD-4EE7-B9BF-4B60DBBE11B4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198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0E6B-6FFF-4C4E-911D-FC811DD883A8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EF5C-F2FD-4EE7-B9BF-4B60DBBE1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450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0E6B-6FFF-4C4E-911D-FC811DD883A8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EF5C-F2FD-4EE7-B9BF-4B60DBBE11B4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9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0E6B-6FFF-4C4E-911D-FC811DD883A8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EF5C-F2FD-4EE7-B9BF-4B60DBBE1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8763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0E6B-6FFF-4C4E-911D-FC811DD883A8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EF5C-F2FD-4EE7-B9BF-4B60DBBE1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934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0E6B-6FFF-4C4E-911D-FC811DD883A8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EF5C-F2FD-4EE7-B9BF-4B60DBBE1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226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0E6B-6FFF-4C4E-911D-FC811DD883A8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EF5C-F2FD-4EE7-B9BF-4B60DBBE1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825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0E6B-6FFF-4C4E-911D-FC811DD883A8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EF5C-F2FD-4EE7-B9BF-4B60DBBE1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89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0E6B-6FFF-4C4E-911D-FC811DD883A8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EF5C-F2FD-4EE7-B9BF-4B60DBBE1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962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0E6B-6FFF-4C4E-911D-FC811DD883A8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EF5C-F2FD-4EE7-B9BF-4B60DBBE1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3022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0E6B-6FFF-4C4E-911D-FC811DD883A8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EF5C-F2FD-4EE7-B9BF-4B60DBBE1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421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1A670E6B-6FFF-4C4E-911D-FC811DD883A8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1E56EF5C-F2FD-4EE7-B9BF-4B60DBBE1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890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116002" y="2030141"/>
            <a:ext cx="9144000" cy="2064985"/>
          </a:xfrm>
        </p:spPr>
        <p:txBody>
          <a:bodyPr>
            <a:noAutofit/>
          </a:bodyPr>
          <a:lstStyle/>
          <a:p>
            <a:r>
              <a:rPr lang="ru-RU" sz="4000" dirty="0"/>
              <a:t>Разработка приложения для подготовки бухгалтерских форм отчётности</a:t>
            </a:r>
            <a:br>
              <a:rPr lang="en-US" sz="4000" dirty="0"/>
            </a:b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048000" y="6220178"/>
            <a:ext cx="8816622" cy="637822"/>
          </a:xfrm>
        </p:spPr>
        <p:txBody>
          <a:bodyPr/>
          <a:lstStyle/>
          <a:p>
            <a:pPr algn="r"/>
            <a:r>
              <a:rPr lang="ru-RU" dirty="0"/>
              <a:t>Кузнецов Иван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05232" y="277366"/>
            <a:ext cx="45655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6000" dirty="0"/>
              <a:t>ЯО ГПОУ РПК</a:t>
            </a:r>
          </a:p>
        </p:txBody>
      </p:sp>
    </p:spTree>
    <p:extLst>
      <p:ext uri="{BB962C8B-B14F-4D97-AF65-F5344CB8AC3E}">
        <p14:creationId xmlns:p14="http://schemas.microsoft.com/office/powerpoint/2010/main" val="3831834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44BF1-8634-497F-B24B-DD8C799BE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проекта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519E9-F099-4C1F-8EC1-AD9C6EAD3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dirty="0"/>
              <a:t>Разработать макет и дизайн будущего приложения</a:t>
            </a:r>
          </a:p>
          <a:p>
            <a:r>
              <a:rPr lang="ru-RU" sz="2800" dirty="0"/>
              <a:t>Разработать базу данных и серверную часть приложения</a:t>
            </a:r>
          </a:p>
          <a:p>
            <a:r>
              <a:rPr lang="ru-RU" sz="2800" dirty="0"/>
              <a:t>Разработать клиентскую часть приложения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6627604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25CAE-FABE-476C-A3A8-F5202519D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Внешний вид приложения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D49263-1C1C-4751-8A0A-9B304483C94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9464" y="2057400"/>
            <a:ext cx="7179734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77959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288D6-02C3-41F5-BA49-B0E446883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Логическая модель данных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D9001B-6590-4977-B802-9EC62F7813B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4306" y="2057400"/>
            <a:ext cx="543005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4360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703C-D633-4885-B946-93D5EE18A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Модульная схема клиентской части приложения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36F618-84E0-47E5-BFB1-3A0DF971564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4412" y="2057400"/>
            <a:ext cx="6389839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492966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A6D5A-2D25-4F81-ADA3-C1EC8336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Достигнутые цели и задачи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13F00-8C34-4617-A9DC-0CBCAB3A3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dirty="0"/>
              <a:t>Был разработан макет и дизайн приложения </a:t>
            </a:r>
          </a:p>
          <a:p>
            <a:r>
              <a:rPr lang="ru-RU" sz="2800" dirty="0"/>
              <a:t>Была разработана база данных и серверная часть приложения</a:t>
            </a:r>
          </a:p>
          <a:p>
            <a:r>
              <a:rPr lang="ru-RU" sz="2800"/>
              <a:t>Была разработана клиентская часть приложения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219673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7</TotalTime>
  <Words>66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Corbel</vt:lpstr>
      <vt:lpstr>Basis</vt:lpstr>
      <vt:lpstr>Разработка приложения для подготовки бухгалтерских форм отчётности </vt:lpstr>
      <vt:lpstr>Цели проекта</vt:lpstr>
      <vt:lpstr>Внешний вид приложения</vt:lpstr>
      <vt:lpstr>Логическая модель данных </vt:lpstr>
      <vt:lpstr>Модульная схема клиентской части приложения</vt:lpstr>
      <vt:lpstr>Достигнутые цели и задачи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приложения для подготовки бухгалтерских форм отчётности</dc:title>
  <dc:creator>Иван Кузнецов</dc:creator>
  <cp:lastModifiedBy>Иван Кузнецов</cp:lastModifiedBy>
  <cp:revision>7</cp:revision>
  <dcterms:created xsi:type="dcterms:W3CDTF">2023-06-13T05:40:14Z</dcterms:created>
  <dcterms:modified xsi:type="dcterms:W3CDTF">2023-06-21T18:16:54Z</dcterms:modified>
</cp:coreProperties>
</file>